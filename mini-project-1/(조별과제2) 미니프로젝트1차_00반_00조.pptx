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6" r:id="rId4"/>
  </p:sldMasterIdLst>
  <p:notesMasterIdLst>
    <p:notesMasterId r:id="rId12"/>
  </p:notesMasterIdLst>
  <p:sldIdLst>
    <p:sldId id="256" r:id="rId5"/>
    <p:sldId id="257" r:id="rId6"/>
    <p:sldId id="275" r:id="rId7"/>
    <p:sldId id="276" r:id="rId8"/>
    <p:sldId id="277" r:id="rId9"/>
    <p:sldId id="274" r:id="rId10"/>
    <p:sldId id="273" r:id="rId11"/>
  </p:sldIdLst>
  <p:sldSz cx="9906000" cy="6858000" type="A4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37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F0EF"/>
    <a:srgbClr val="61D6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4739C91-EA2B-441A-B1FC-6100ADDC1FEA}">
  <a:tblStyle styleId="{A4739C91-EA2B-441A-B1FC-6100ADDC1F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78" y="102"/>
      </p:cViewPr>
      <p:guideLst>
        <p:guide orient="horz" pos="2137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장래" userId="fb2bc971-015e-4ef0-b0c0-69c044568fc3" providerId="ADAL" clId="{627AC6AA-510E-4430-8035-299E351B48CA}"/>
    <pc:docChg chg="undo redo custSel modSld">
      <pc:chgData name="이장래" userId="fb2bc971-015e-4ef0-b0c0-69c044568fc3" providerId="ADAL" clId="{627AC6AA-510E-4430-8035-299E351B48CA}" dt="2024-09-18T03:47:46.352" v="91" actId="14861"/>
      <pc:docMkLst>
        <pc:docMk/>
      </pc:docMkLst>
      <pc:sldChg chg="modSp mod">
        <pc:chgData name="이장래" userId="fb2bc971-015e-4ef0-b0c0-69c044568fc3" providerId="ADAL" clId="{627AC6AA-510E-4430-8035-299E351B48CA}" dt="2024-09-18T03:47:46.352" v="91" actId="14861"/>
        <pc:sldMkLst>
          <pc:docMk/>
          <pc:sldMk cId="0" sldId="256"/>
        </pc:sldMkLst>
        <pc:spChg chg="mod">
          <ac:chgData name="이장래" userId="fb2bc971-015e-4ef0-b0c0-69c044568fc3" providerId="ADAL" clId="{627AC6AA-510E-4430-8035-299E351B48CA}" dt="2024-09-18T03:47:46.352" v="91" actId="14861"/>
          <ac:spMkLst>
            <pc:docMk/>
            <pc:sldMk cId="0" sldId="256"/>
            <ac:spMk id="7" creationId="{85D0979E-E38B-4919-8A06-F0048AA550BC}"/>
          </ac:spMkLst>
        </pc:spChg>
      </pc:sldChg>
      <pc:sldChg chg="addSp modSp mod">
        <pc:chgData name="이장래" userId="fb2bc971-015e-4ef0-b0c0-69c044568fc3" providerId="ADAL" clId="{627AC6AA-510E-4430-8035-299E351B48CA}" dt="2024-09-18T03:46:42.473" v="75" actId="6549"/>
        <pc:sldMkLst>
          <pc:docMk/>
          <pc:sldMk cId="0" sldId="257"/>
        </pc:sldMkLst>
        <pc:spChg chg="mod">
          <ac:chgData name="이장래" userId="fb2bc971-015e-4ef0-b0c0-69c044568fc3" providerId="ADAL" clId="{627AC6AA-510E-4430-8035-299E351B48CA}" dt="2024-09-18T03:46:42.473" v="75" actId="6549"/>
          <ac:spMkLst>
            <pc:docMk/>
            <pc:sldMk cId="0" sldId="257"/>
            <ac:spMk id="4" creationId="{DC62F9B3-B00E-9EBD-3B77-3C06E111F250}"/>
          </ac:spMkLst>
        </pc:spChg>
        <pc:spChg chg="add mod">
          <ac:chgData name="이장래" userId="fb2bc971-015e-4ef0-b0c0-69c044568fc3" providerId="ADAL" clId="{627AC6AA-510E-4430-8035-299E351B48CA}" dt="2024-09-18T03:43:59.120" v="6"/>
          <ac:spMkLst>
            <pc:docMk/>
            <pc:sldMk cId="0" sldId="257"/>
            <ac:spMk id="5" creationId="{760EC4F2-27FB-36C5-1191-6AAFAD64951B}"/>
          </ac:spMkLst>
        </pc:spChg>
      </pc:sldChg>
      <pc:sldChg chg="addSp delSp modSp mod">
        <pc:chgData name="이장래" userId="fb2bc971-015e-4ef0-b0c0-69c044568fc3" providerId="ADAL" clId="{627AC6AA-510E-4430-8035-299E351B48CA}" dt="2024-09-18T03:45:39.835" v="28" actId="6549"/>
        <pc:sldMkLst>
          <pc:docMk/>
          <pc:sldMk cId="1484771753" sldId="274"/>
        </pc:sldMkLst>
        <pc:spChg chg="add mod">
          <ac:chgData name="이장래" userId="fb2bc971-015e-4ef0-b0c0-69c044568fc3" providerId="ADAL" clId="{627AC6AA-510E-4430-8035-299E351B48CA}" dt="2024-09-18T03:45:37.175" v="25" actId="6549"/>
          <ac:spMkLst>
            <pc:docMk/>
            <pc:sldMk cId="1484771753" sldId="274"/>
            <ac:spMk id="4" creationId="{34AA4861-651F-977B-66EF-2DF6357D2A29}"/>
          </ac:spMkLst>
        </pc:spChg>
        <pc:spChg chg="del mod">
          <ac:chgData name="이장래" userId="fb2bc971-015e-4ef0-b0c0-69c044568fc3" providerId="ADAL" clId="{627AC6AA-510E-4430-8035-299E351B48CA}" dt="2024-09-18T03:45:38.072" v="27"/>
          <ac:spMkLst>
            <pc:docMk/>
            <pc:sldMk cId="1484771753" sldId="274"/>
            <ac:spMk id="6" creationId="{76C6DCAB-BEBB-49E0-ABF8-AD20419CF8A2}"/>
          </ac:spMkLst>
        </pc:spChg>
        <pc:spChg chg="mod">
          <ac:chgData name="이장래" userId="fb2bc971-015e-4ef0-b0c0-69c044568fc3" providerId="ADAL" clId="{627AC6AA-510E-4430-8035-299E351B48CA}" dt="2024-09-18T03:45:39.835" v="28" actId="6549"/>
          <ac:spMkLst>
            <pc:docMk/>
            <pc:sldMk cId="1484771753" sldId="274"/>
            <ac:spMk id="57" creationId="{00000000-0000-0000-0000-000000000000}"/>
          </ac:spMkLst>
        </pc:spChg>
      </pc:sldChg>
      <pc:sldChg chg="addSp modSp mod">
        <pc:chgData name="이장래" userId="fb2bc971-015e-4ef0-b0c0-69c044568fc3" providerId="ADAL" clId="{627AC6AA-510E-4430-8035-299E351B48CA}" dt="2024-09-18T03:45:58.960" v="29"/>
        <pc:sldMkLst>
          <pc:docMk/>
          <pc:sldMk cId="3115352301" sldId="275"/>
        </pc:sldMkLst>
        <pc:spChg chg="add mod">
          <ac:chgData name="이장래" userId="fb2bc971-015e-4ef0-b0c0-69c044568fc3" providerId="ADAL" clId="{627AC6AA-510E-4430-8035-299E351B48CA}" dt="2024-09-18T03:45:58.960" v="29"/>
          <ac:spMkLst>
            <pc:docMk/>
            <pc:sldMk cId="3115352301" sldId="275"/>
            <ac:spMk id="8" creationId="{868DB80F-E7AA-65C8-2A2F-70F42E6FDB9F}"/>
          </ac:spMkLst>
        </pc:spChg>
      </pc:sldChg>
      <pc:sldChg chg="addSp delSp modSp mod chgLayout">
        <pc:chgData name="이장래" userId="fb2bc971-015e-4ef0-b0c0-69c044568fc3" providerId="ADAL" clId="{627AC6AA-510E-4430-8035-299E351B48CA}" dt="2024-09-18T03:46:34.197" v="71" actId="20577"/>
        <pc:sldMkLst>
          <pc:docMk/>
          <pc:sldMk cId="4068530565" sldId="276"/>
        </pc:sldMkLst>
        <pc:spChg chg="del mod ord">
          <ac:chgData name="이장래" userId="fb2bc971-015e-4ef0-b0c0-69c044568fc3" providerId="ADAL" clId="{627AC6AA-510E-4430-8035-299E351B48CA}" dt="2024-09-18T03:46:24.043" v="34" actId="478"/>
          <ac:spMkLst>
            <pc:docMk/>
            <pc:sldMk cId="4068530565" sldId="276"/>
            <ac:spMk id="8" creationId="{F64E441A-1009-9FB7-5C8A-203719C6E675}"/>
          </ac:spMkLst>
        </pc:spChg>
        <pc:spChg chg="mod">
          <ac:chgData name="이장래" userId="fb2bc971-015e-4ef0-b0c0-69c044568fc3" providerId="ADAL" clId="{627AC6AA-510E-4430-8035-299E351B48CA}" dt="2024-09-18T03:46:34.197" v="71" actId="20577"/>
          <ac:spMkLst>
            <pc:docMk/>
            <pc:sldMk cId="4068530565" sldId="276"/>
            <ac:spMk id="9" creationId="{B2334028-2F9B-8D5E-ABE7-25D9EF17637F}"/>
          </ac:spMkLst>
        </pc:spChg>
        <pc:spChg chg="add del mod">
          <ac:chgData name="이장래" userId="fb2bc971-015e-4ef0-b0c0-69c044568fc3" providerId="ADAL" clId="{627AC6AA-510E-4430-8035-299E351B48CA}" dt="2024-09-18T03:46:20.708" v="33" actId="6264"/>
          <ac:spMkLst>
            <pc:docMk/>
            <pc:sldMk cId="4068530565" sldId="276"/>
            <ac:spMk id="10" creationId="{EB528D09-E918-F22A-8815-B1DDD510A0A4}"/>
          </ac:spMkLst>
        </pc:spChg>
        <pc:spChg chg="add del mod">
          <ac:chgData name="이장래" userId="fb2bc971-015e-4ef0-b0c0-69c044568fc3" providerId="ADAL" clId="{627AC6AA-510E-4430-8035-299E351B48CA}" dt="2024-09-18T03:46:20.708" v="33" actId="6264"/>
          <ac:spMkLst>
            <pc:docMk/>
            <pc:sldMk cId="4068530565" sldId="276"/>
            <ac:spMk id="11" creationId="{CF33DCD8-175B-3FB3-ED2F-33199229DF77}"/>
          </ac:spMkLst>
        </pc:spChg>
        <pc:spChg chg="add mod">
          <ac:chgData name="이장래" userId="fb2bc971-015e-4ef0-b0c0-69c044568fc3" providerId="ADAL" clId="{627AC6AA-510E-4430-8035-299E351B48CA}" dt="2024-09-18T03:46:24.043" v="34" actId="478"/>
          <ac:spMkLst>
            <pc:docMk/>
            <pc:sldMk cId="4068530565" sldId="276"/>
            <ac:spMk id="13" creationId="{4C65CB7A-CF13-B222-6B87-2F1A64744440}"/>
          </ac:spMkLst>
        </pc:spChg>
        <pc:spChg chg="mod ord">
          <ac:chgData name="이장래" userId="fb2bc971-015e-4ef0-b0c0-69c044568fc3" providerId="ADAL" clId="{627AC6AA-510E-4430-8035-299E351B48CA}" dt="2024-09-18T03:46:20.708" v="33" actId="6264"/>
          <ac:spMkLst>
            <pc:docMk/>
            <pc:sldMk cId="4068530565" sldId="276"/>
            <ac:spMk id="5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" name="Google Shape;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76358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43129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5258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1660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ont Cover_Course Name">
  <p:cSld name="Front Cover_Course Nam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6000" cy="6861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613" y="402965"/>
            <a:ext cx="1068038" cy="243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 descr="텍스트, 좌석, 벡터그래픽이(가) 표시된 사진&#10;&#10;자동 생성된 설명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87543" y="386869"/>
            <a:ext cx="279859" cy="259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>
  <p:cSld name="사용자 지정 레이아웃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8792344" cy="59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 b="1" i="0" u="none" strike="noStrike" cap="none">
                <a:solidFill>
                  <a:schemeClr val="dk1"/>
                </a:solidFill>
                <a:latin typeface="+mn-ea"/>
                <a:ea typeface="+mn-ea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cxnSp>
        <p:nvCxnSpPr>
          <p:cNvPr id="16" name="Google Shape;16;p3"/>
          <p:cNvCxnSpPr/>
          <p:nvPr/>
        </p:nvCxnSpPr>
        <p:spPr>
          <a:xfrm rot="10800000">
            <a:off x="0" y="1111048"/>
            <a:ext cx="9906004" cy="20820"/>
          </a:xfrm>
          <a:prstGeom prst="straightConnector1">
            <a:avLst/>
          </a:prstGeom>
          <a:noFill/>
          <a:ln w="28575" cap="flat" cmpd="thickThin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" name="Google Shape;17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20220" y="121885"/>
            <a:ext cx="1068038" cy="2432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Google Shape;18;p3"/>
          <p:cNvCxnSpPr/>
          <p:nvPr/>
        </p:nvCxnSpPr>
        <p:spPr>
          <a:xfrm>
            <a:off x="449614" y="6424935"/>
            <a:ext cx="900360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3"/>
          <p:cNvSpPr txBox="1"/>
          <p:nvPr/>
        </p:nvSpPr>
        <p:spPr>
          <a:xfrm>
            <a:off x="8839176" y="6503323"/>
            <a:ext cx="614036" cy="12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31"/>
              <a:buFont typeface="Arial"/>
              <a:buNone/>
            </a:pPr>
            <a:fld id="{00000000-1234-1234-1234-123412341234}" type="slidenum">
              <a:rPr lang="ko-KR" sz="831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31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49612" y="6498004"/>
            <a:ext cx="2889714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1" i="0" u="none" strike="noStrike" cap="none" dirty="0">
                <a:solidFill>
                  <a:srgbClr val="34AEAA"/>
                </a:solidFill>
                <a:latin typeface="Arial"/>
                <a:ea typeface="Arial"/>
                <a:cs typeface="Arial"/>
                <a:sym typeface="Arial"/>
              </a:rPr>
              <a:t>KT </a:t>
            </a:r>
            <a:r>
              <a:rPr lang="ko-KR" sz="105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r>
              <a:rPr lang="ko-KR" sz="1050" b="1" i="0" u="none" strike="noStrike" cap="none" dirty="0">
                <a:solidFill>
                  <a:srgbClr val="34AEAA"/>
                </a:solidFill>
                <a:latin typeface="Arial"/>
                <a:ea typeface="Arial"/>
                <a:cs typeface="Arial"/>
                <a:sym typeface="Arial"/>
              </a:rPr>
              <a:t>VLE School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449612" y="1338453"/>
            <a:ext cx="8740142" cy="5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  <a:defRPr sz="2400" b="0" i="0" u="none" strike="noStrike" cap="none">
                <a:solidFill>
                  <a:schemeClr val="dk1"/>
                </a:solidFill>
                <a:latin typeface="+mn-ea"/>
                <a:ea typeface="+mn-ea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">
  <p:cSld name="End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 descr="저성장&amp;#39;에 발목 잡힌 &amp;#39;한국 제조업&amp;#39;… &amp;#39;AI&amp;#39;와 사랑에 빠질 수 있을까 - 인더스트리뉴스"/>
          <p:cNvPicPr preferRelativeResize="0"/>
          <p:nvPr/>
        </p:nvPicPr>
        <p:blipFill rotWithShape="1">
          <a:blip r:embed="rId2">
            <a:alphaModFix amt="49000"/>
          </a:blip>
          <a:srcRect r="14660"/>
          <a:stretch/>
        </p:blipFill>
        <p:spPr>
          <a:xfrm>
            <a:off x="1" y="0"/>
            <a:ext cx="9906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/>
          <p:nvPr/>
        </p:nvSpPr>
        <p:spPr>
          <a:xfrm>
            <a:off x="0" y="-1891"/>
            <a:ext cx="9906000" cy="6858000"/>
          </a:xfrm>
          <a:prstGeom prst="rect">
            <a:avLst/>
          </a:prstGeom>
          <a:solidFill>
            <a:srgbClr val="01BCB5">
              <a:alpha val="2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9364" y="404872"/>
            <a:ext cx="1068038" cy="243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5" descr="텍스트, 좌석, 벡터그래픽이(가) 표시된 사진&#10;&#10;자동 생성된 설명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613" y="421534"/>
            <a:ext cx="279859" cy="259337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/>
          <p:nvPr/>
        </p:nvSpPr>
        <p:spPr>
          <a:xfrm>
            <a:off x="6397277" y="3492798"/>
            <a:ext cx="2227365" cy="241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Let’s make it possible</a:t>
            </a:r>
            <a:endParaRPr dirty="0"/>
          </a:p>
        </p:txBody>
      </p:sp>
      <p:pic>
        <p:nvPicPr>
          <p:cNvPr id="31" name="Google Shape;31;p5" descr="텍스트, 클립아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42326" y="2907768"/>
            <a:ext cx="1927553" cy="496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/>
          <p:nvPr/>
        </p:nvSpPr>
        <p:spPr>
          <a:xfrm>
            <a:off x="976506" y="2240542"/>
            <a:ext cx="370246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 dirty="0">
                <a:solidFill>
                  <a:srgbClr val="34AEAA"/>
                </a:solidFill>
                <a:latin typeface="Arial"/>
                <a:ea typeface="Arial"/>
                <a:cs typeface="Arial"/>
                <a:sym typeface="Arial"/>
              </a:rPr>
              <a:t>KT </a:t>
            </a:r>
            <a:r>
              <a:rPr lang="ko-KR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r>
              <a:rPr lang="ko-KR" sz="2000" b="1" i="0" u="none" strike="noStrike" cap="none" dirty="0">
                <a:solidFill>
                  <a:srgbClr val="34AEAA"/>
                </a:solidFill>
                <a:latin typeface="Arial"/>
                <a:ea typeface="Arial"/>
                <a:cs typeface="Arial"/>
                <a:sym typeface="Arial"/>
              </a:rPr>
              <a:t>VLE School</a:t>
            </a:r>
            <a:endParaRPr dirty="0"/>
          </a:p>
        </p:txBody>
      </p:sp>
      <p:sp>
        <p:nvSpPr>
          <p:cNvPr id="49" name="Google Shape;49;p10"/>
          <p:cNvSpPr/>
          <p:nvPr/>
        </p:nvSpPr>
        <p:spPr>
          <a:xfrm>
            <a:off x="7292137" y="6204683"/>
            <a:ext cx="2227365" cy="241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Let’s make it possible</a:t>
            </a:r>
            <a:endParaRPr dirty="0"/>
          </a:p>
        </p:txBody>
      </p:sp>
      <p:sp>
        <p:nvSpPr>
          <p:cNvPr id="50" name="Google Shape;50;p10"/>
          <p:cNvSpPr/>
          <p:nvPr/>
        </p:nvSpPr>
        <p:spPr>
          <a:xfrm>
            <a:off x="1054243" y="2890841"/>
            <a:ext cx="88700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4000" b="1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Arial"/>
                <a:sym typeface="Arial"/>
              </a:rPr>
              <a:t>1</a:t>
            </a:r>
            <a:r>
              <a:rPr lang="ko-KR" altLang="en-US" sz="4000" b="1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Arial"/>
                <a:sym typeface="Arial"/>
              </a:rPr>
              <a:t>차 </a:t>
            </a:r>
            <a:r>
              <a:rPr lang="ko-KR" sz="4000" b="1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Arial"/>
                <a:sym typeface="Arial"/>
              </a:rPr>
              <a:t>미니프로젝트</a:t>
            </a:r>
            <a:r>
              <a:rPr lang="en-US" altLang="ko-KR" sz="4000" b="1" dirty="0">
                <a:solidFill>
                  <a:schemeClr val="dk1"/>
                </a:solidFill>
                <a:latin typeface="+mj-ea"/>
                <a:ea typeface="+mj-ea"/>
              </a:rPr>
              <a:t>_</a:t>
            </a:r>
            <a:r>
              <a:rPr lang="ko-KR" altLang="en-US" sz="4000" b="1" dirty="0">
                <a:solidFill>
                  <a:schemeClr val="dk1"/>
                </a:solidFill>
                <a:latin typeface="+mj-ea"/>
                <a:ea typeface="+mj-ea"/>
              </a:rPr>
              <a:t>조별 발표 템플릿</a:t>
            </a:r>
            <a:endParaRPr sz="4000" b="1" i="0" u="none" strike="noStrike" cap="none" dirty="0">
              <a:solidFill>
                <a:schemeClr val="dk1"/>
              </a:solidFill>
              <a:latin typeface="+mj-ea"/>
              <a:ea typeface="+mj-ea"/>
              <a:cs typeface="Arial"/>
              <a:sym typeface="Arial"/>
            </a:endParaRPr>
          </a:p>
        </p:txBody>
      </p:sp>
      <p:cxnSp>
        <p:nvCxnSpPr>
          <p:cNvPr id="51" name="Google Shape;51;p10"/>
          <p:cNvCxnSpPr/>
          <p:nvPr/>
        </p:nvCxnSpPr>
        <p:spPr>
          <a:xfrm>
            <a:off x="976506" y="2849436"/>
            <a:ext cx="0" cy="768407"/>
          </a:xfrm>
          <a:prstGeom prst="straightConnector1">
            <a:avLst/>
          </a:prstGeom>
          <a:noFill/>
          <a:ln w="28575" cap="flat" cmpd="sng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2" name="Google Shape;52;p10" descr="텍스트, 클립아트이(가) 표시된 사진&#10;&#10;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37186" y="5619653"/>
            <a:ext cx="1927553" cy="49667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85D0979E-E38B-4919-8A06-F0048AA550BC}"/>
              </a:ext>
            </a:extLst>
          </p:cNvPr>
          <p:cNvSpPr/>
          <p:nvPr/>
        </p:nvSpPr>
        <p:spPr>
          <a:xfrm>
            <a:off x="421343" y="4200516"/>
            <a:ext cx="90981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latin typeface="+mn-ea"/>
              </a:rPr>
              <a:t>- AI 00</a:t>
            </a:r>
            <a:r>
              <a:rPr lang="ko-KR" altLang="en-US" sz="2400" b="1" dirty="0">
                <a:latin typeface="+mn-ea"/>
              </a:rPr>
              <a:t>반 </a:t>
            </a:r>
            <a:r>
              <a:rPr lang="en-US" altLang="ko-KR" sz="2400" b="1" dirty="0">
                <a:latin typeface="+mn-ea"/>
              </a:rPr>
              <a:t>00</a:t>
            </a:r>
            <a:r>
              <a:rPr lang="ko-KR" altLang="en-US" sz="2400" b="1" dirty="0">
                <a:latin typeface="+mn-ea"/>
              </a:rPr>
              <a:t>조 </a:t>
            </a:r>
            <a:r>
              <a:rPr lang="en-US" altLang="ko-KR" sz="2400" b="1" dirty="0">
                <a:latin typeface="+mn-ea"/>
              </a:rPr>
              <a:t>-</a:t>
            </a:r>
            <a:endParaRPr lang="ko-KR" altLang="en-US" sz="2400" b="1"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8792344" cy="59035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ko-KR" altLang="en-US" dirty="0"/>
              <a:t>가설 수립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62F9B3-B00E-9EBD-3B77-3C06E111F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612" y="1338453"/>
            <a:ext cx="8740142" cy="552932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0EC4F2-27FB-36C5-1191-6AAFAD64951B}"/>
              </a:ext>
            </a:extLst>
          </p:cNvPr>
          <p:cNvSpPr txBox="1"/>
          <p:nvPr/>
        </p:nvSpPr>
        <p:spPr>
          <a:xfrm>
            <a:off x="2803712" y="3804029"/>
            <a:ext cx="4961964" cy="609737"/>
          </a:xfrm>
          <a:prstGeom prst="rect">
            <a:avLst/>
          </a:prstGeom>
          <a:solidFill>
            <a:srgbClr val="C6F0EF"/>
          </a:solidFill>
        </p:spPr>
        <p:txBody>
          <a:bodyPr wrap="square" lIns="72000" tIns="180000" rIns="72000" bIns="180000">
            <a:spAutoFit/>
          </a:bodyPr>
          <a:lstStyle/>
          <a:p>
            <a:pPr algn="ctr"/>
            <a:r>
              <a:rPr lang="ko-KR" altLang="en-US" sz="1600" dirty="0">
                <a:latin typeface="+mn-ea"/>
                <a:ea typeface="+mn-ea"/>
              </a:rPr>
              <a:t>조에서 설정한 가설을 최소 </a:t>
            </a:r>
            <a:r>
              <a:rPr lang="en-US" altLang="ko-KR" sz="1600" dirty="0">
                <a:latin typeface="+mn-ea"/>
                <a:ea typeface="+mn-ea"/>
              </a:rPr>
              <a:t>3</a:t>
            </a:r>
            <a:r>
              <a:rPr lang="ko-KR" altLang="en-US" sz="1600" dirty="0">
                <a:latin typeface="+mn-ea"/>
                <a:ea typeface="+mn-ea"/>
              </a:rPr>
              <a:t>개 이상 작성해주세요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8792344" cy="59035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ko-KR" altLang="en-US" dirty="0" err="1"/>
              <a:t>단변량</a:t>
            </a:r>
            <a:r>
              <a:rPr lang="ko-KR" altLang="en-US" dirty="0"/>
              <a:t> 분석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54EAB92-304C-CF34-BEFC-8A229C6AC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8DB80F-E7AA-65C8-2A2F-70F42E6FDB9F}"/>
              </a:ext>
            </a:extLst>
          </p:cNvPr>
          <p:cNvSpPr txBox="1"/>
          <p:nvPr/>
        </p:nvSpPr>
        <p:spPr>
          <a:xfrm>
            <a:off x="2803712" y="3804029"/>
            <a:ext cx="4961964" cy="609737"/>
          </a:xfrm>
          <a:prstGeom prst="rect">
            <a:avLst/>
          </a:prstGeom>
          <a:solidFill>
            <a:srgbClr val="C6F0EF"/>
          </a:solidFill>
        </p:spPr>
        <p:txBody>
          <a:bodyPr wrap="square" lIns="72000" tIns="180000" rIns="72000" bIns="180000">
            <a:spAutoFit/>
          </a:bodyPr>
          <a:lstStyle/>
          <a:p>
            <a:pPr algn="ctr"/>
            <a:r>
              <a:rPr lang="ko-KR" altLang="en-US" sz="1600" dirty="0">
                <a:latin typeface="+mn-ea"/>
                <a:ea typeface="+mn-ea"/>
              </a:rPr>
              <a:t>시각화 위주로 정리해 주세요</a:t>
            </a:r>
          </a:p>
        </p:txBody>
      </p:sp>
    </p:spTree>
    <p:extLst>
      <p:ext uri="{BB962C8B-B14F-4D97-AF65-F5344CB8AC3E}">
        <p14:creationId xmlns:p14="http://schemas.microsoft.com/office/powerpoint/2010/main" val="3115352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8792344" cy="59035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ko-KR" altLang="en-US" dirty="0" err="1"/>
              <a:t>이변량</a:t>
            </a:r>
            <a:r>
              <a:rPr lang="ko-KR" altLang="en-US" dirty="0"/>
              <a:t> 분석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334028-2F9B-8D5E-ABE7-25D9EF17637F}"/>
              </a:ext>
            </a:extLst>
          </p:cNvPr>
          <p:cNvSpPr txBox="1"/>
          <p:nvPr/>
        </p:nvSpPr>
        <p:spPr>
          <a:xfrm>
            <a:off x="2803712" y="3804029"/>
            <a:ext cx="4961964" cy="609737"/>
          </a:xfrm>
          <a:prstGeom prst="rect">
            <a:avLst/>
          </a:prstGeom>
          <a:solidFill>
            <a:srgbClr val="C6F0EF"/>
          </a:solidFill>
        </p:spPr>
        <p:txBody>
          <a:bodyPr wrap="square" lIns="72000" tIns="180000" rIns="72000" bIns="180000">
            <a:spAutoFit/>
          </a:bodyPr>
          <a:lstStyle/>
          <a:p>
            <a:pPr algn="ctr"/>
            <a:r>
              <a:rPr lang="ko-KR" altLang="en-US" sz="1600" dirty="0">
                <a:latin typeface="+mn-ea"/>
                <a:ea typeface="+mn-ea"/>
              </a:rPr>
              <a:t>상관관계</a:t>
            </a:r>
            <a:r>
              <a:rPr lang="en-US" altLang="ko-KR" sz="1600" dirty="0">
                <a:latin typeface="+mn-ea"/>
                <a:ea typeface="+mn-ea"/>
              </a:rPr>
              <a:t> </a:t>
            </a:r>
            <a:r>
              <a:rPr lang="ko-KR" altLang="en-US" sz="1600" dirty="0">
                <a:latin typeface="+mn-ea"/>
                <a:ea typeface="+mn-ea"/>
              </a:rPr>
              <a:t>분석 결과를 정리해 주세요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4C65CB7A-CF13-B222-6B87-2F1A64744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530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8792344" cy="59035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ko-KR" altLang="en-US" dirty="0"/>
              <a:t>가설 검증 과정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27C8DCB-BFC2-33FF-0222-5766572EB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B94AFA-A96A-2F0C-9E01-F34E9171F4E9}"/>
              </a:ext>
            </a:extLst>
          </p:cNvPr>
          <p:cNvSpPr txBox="1"/>
          <p:nvPr/>
        </p:nvSpPr>
        <p:spPr>
          <a:xfrm>
            <a:off x="2803712" y="3804029"/>
            <a:ext cx="4961964" cy="609737"/>
          </a:xfrm>
          <a:prstGeom prst="rect">
            <a:avLst/>
          </a:prstGeom>
          <a:solidFill>
            <a:srgbClr val="C6F0EF"/>
          </a:solidFill>
        </p:spPr>
        <p:txBody>
          <a:bodyPr wrap="square" lIns="72000" tIns="180000" rIns="72000" bIns="180000">
            <a:spAutoFit/>
          </a:bodyPr>
          <a:lstStyle/>
          <a:p>
            <a:pPr algn="ctr"/>
            <a:r>
              <a:rPr lang="ko-KR" altLang="en-US" sz="1600" dirty="0">
                <a:latin typeface="+mn-ea"/>
                <a:ea typeface="+mn-ea"/>
              </a:rPr>
              <a:t>조별 토론 방법론 적용 내용을 보여주세요</a:t>
            </a:r>
          </a:p>
        </p:txBody>
      </p:sp>
    </p:spTree>
    <p:extLst>
      <p:ext uri="{BB962C8B-B14F-4D97-AF65-F5344CB8AC3E}">
        <p14:creationId xmlns:p14="http://schemas.microsoft.com/office/powerpoint/2010/main" val="3404805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8792344" cy="59035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ko-KR" altLang="en-US" dirty="0"/>
              <a:t>결론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12D990-C2D9-CB5D-4122-EE860A092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AA4861-651F-977B-66EF-2DF6357D2A29}"/>
              </a:ext>
            </a:extLst>
          </p:cNvPr>
          <p:cNvSpPr txBox="1"/>
          <p:nvPr/>
        </p:nvSpPr>
        <p:spPr>
          <a:xfrm>
            <a:off x="2803712" y="3804029"/>
            <a:ext cx="4961964" cy="609737"/>
          </a:xfrm>
          <a:prstGeom prst="rect">
            <a:avLst/>
          </a:prstGeom>
          <a:solidFill>
            <a:srgbClr val="C6F0EF"/>
          </a:solidFill>
        </p:spPr>
        <p:txBody>
          <a:bodyPr wrap="square" lIns="72000" tIns="180000" rIns="72000" bIns="180000">
            <a:spAutoFit/>
          </a:bodyPr>
          <a:lstStyle/>
          <a:p>
            <a:pPr algn="ctr"/>
            <a:r>
              <a:rPr lang="ko-KR" altLang="en-US" sz="1600" dirty="0">
                <a:latin typeface="+mn-ea"/>
                <a:ea typeface="+mn-ea"/>
              </a:rPr>
              <a:t>어느 구에 버스 시설의 추가가 가장 필요한가요</a:t>
            </a:r>
            <a:r>
              <a:rPr lang="en-US" altLang="ko-KR" sz="1600" dirty="0">
                <a:latin typeface="+mn-ea"/>
                <a:ea typeface="+mn-ea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484771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파랑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사용자 지정 4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14dcef-bd0d-459c-b9d7-fc63398cdbee" xsi:nil="true"/>
    <lcf76f155ced4ddcb4097134ff3c332f xmlns="1857a468-9f2d-455b-8425-136ceb0ac25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661AA2C327A4324587CA5B8F932705FD" ma:contentTypeVersion="16" ma:contentTypeDescription="새 문서를 만듭니다." ma:contentTypeScope="" ma:versionID="e9974894dc087bc702e39d51fac416ef">
  <xsd:schema xmlns:xsd="http://www.w3.org/2001/XMLSchema" xmlns:xs="http://www.w3.org/2001/XMLSchema" xmlns:p="http://schemas.microsoft.com/office/2006/metadata/properties" xmlns:ns2="1857a468-9f2d-455b-8425-136ceb0ac253" xmlns:ns3="9114dcef-bd0d-459c-b9d7-fc63398cdbee" targetNamespace="http://schemas.microsoft.com/office/2006/metadata/properties" ma:root="true" ma:fieldsID="41cd493e84cfcb347ae251f59b06abf5" ns2:_="" ns3:_="">
    <xsd:import namespace="1857a468-9f2d-455b-8425-136ceb0ac253"/>
    <xsd:import namespace="9114dcef-bd0d-459c-b9d7-fc63398cdb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57a468-9f2d-455b-8425-136ceb0ac2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이미지 태그" ma:readOnly="false" ma:fieldId="{5cf76f15-5ced-4ddc-b409-7134ff3c332f}" ma:taxonomyMulti="true" ma:sspId="f1fa32a7-7a11-4d23-adca-71b1597c76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14dcef-bd0d-459c-b9d7-fc63398cdbee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54c65a67-eaa7-4f9d-a1f2-c1ec469a375d}" ma:internalName="TaxCatchAll" ma:showField="CatchAllData" ma:web="9114dcef-bd0d-459c-b9d7-fc63398cdb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05346C0-FD9A-46CA-AF79-84AA2FDAD92D}">
  <ds:schemaRefs>
    <ds:schemaRef ds:uri="http://schemas.microsoft.com/office/2006/metadata/properties"/>
    <ds:schemaRef ds:uri="http://schemas.microsoft.com/office/infopath/2007/PartnerControls"/>
    <ds:schemaRef ds:uri="9114dcef-bd0d-459c-b9d7-fc63398cdbee"/>
    <ds:schemaRef ds:uri="1857a468-9f2d-455b-8425-136ceb0ac253"/>
  </ds:schemaRefs>
</ds:datastoreItem>
</file>

<file path=customXml/itemProps2.xml><?xml version="1.0" encoding="utf-8"?>
<ds:datastoreItem xmlns:ds="http://schemas.openxmlformats.org/officeDocument/2006/customXml" ds:itemID="{F427113D-FA5B-45F4-9DD1-5DC9FEA8C8E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6EF508-D20F-4E71-BEC7-654E794409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857a468-9f2d-455b-8425-136ceb0ac253"/>
    <ds:schemaRef ds:uri="9114dcef-bd0d-459c-b9d7-fc63398cdb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994</TotalTime>
  <Words>62</Words>
  <Application>Microsoft Office PowerPoint</Application>
  <PresentationFormat>A4 용지(210x297mm)</PresentationFormat>
  <Paragraphs>14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Noto Sans Symbols</vt:lpstr>
      <vt:lpstr>Malgun Gothic</vt:lpstr>
      <vt:lpstr>Arial</vt:lpstr>
      <vt:lpstr>Calibri</vt:lpstr>
      <vt:lpstr>Office 테마</vt:lpstr>
      <vt:lpstr>PowerPoint 프레젠테이션</vt:lpstr>
      <vt:lpstr>가설 수립</vt:lpstr>
      <vt:lpstr>단변량 분석</vt:lpstr>
      <vt:lpstr>이변량 분석</vt:lpstr>
      <vt:lpstr>가설 검증 과정</vt:lpstr>
      <vt:lpstr>결론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이장래</cp:lastModifiedBy>
  <cp:revision>21</cp:revision>
  <dcterms:modified xsi:type="dcterms:W3CDTF">2024-09-18T03:48:05Z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6c548c-0cd3-4220-987a-a58bfd9a89d4_Enabled">
    <vt:lpwstr>true</vt:lpwstr>
  </property>
  <property fmtid="{D5CDD505-2E9C-101B-9397-08002B2CF9AE}" pid="3" name="MSIP_Label_b16c548c-0cd3-4220-987a-a58bfd9a89d4_SetDate">
    <vt:lpwstr>2022-01-28T12:25:58Z</vt:lpwstr>
  </property>
  <property fmtid="{D5CDD505-2E9C-101B-9397-08002B2CF9AE}" pid="4" name="MSIP_Label_b16c548c-0cd3-4220-987a-a58bfd9a89d4_Method">
    <vt:lpwstr>Privileged</vt:lpwstr>
  </property>
  <property fmtid="{D5CDD505-2E9C-101B-9397-08002B2CF9AE}" pid="5" name="MSIP_Label_b16c548c-0cd3-4220-987a-a58bfd9a89d4_Name">
    <vt:lpwstr>b16c548c-0cd3-4220-987a-a58bfd9a89d4</vt:lpwstr>
  </property>
  <property fmtid="{D5CDD505-2E9C-101B-9397-08002B2CF9AE}" pid="6" name="MSIP_Label_b16c548c-0cd3-4220-987a-a58bfd9a89d4_SiteId">
    <vt:lpwstr>522a0f89-ae58-43b6-821b-2b06cecc7d8a</vt:lpwstr>
  </property>
  <property fmtid="{D5CDD505-2E9C-101B-9397-08002B2CF9AE}" pid="7" name="MSIP_Label_b16c548c-0cd3-4220-987a-a58bfd9a89d4_ActionId">
    <vt:lpwstr>0e831c6a-4daf-459e-a66c-38ad3bcc73cf</vt:lpwstr>
  </property>
  <property fmtid="{D5CDD505-2E9C-101B-9397-08002B2CF9AE}" pid="8" name="MSIP_Label_b16c548c-0cd3-4220-987a-a58bfd9a89d4_ContentBits">
    <vt:lpwstr>0</vt:lpwstr>
  </property>
  <property fmtid="{D5CDD505-2E9C-101B-9397-08002B2CF9AE}" pid="9" name="ContentTypeId">
    <vt:lpwstr>0x010100661AA2C327A4324587CA5B8F932705FD</vt:lpwstr>
  </property>
</Properties>
</file>